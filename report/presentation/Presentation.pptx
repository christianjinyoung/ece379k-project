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BC58-E29C-C2F0-E109-7BBC91928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84D45-0D3A-9714-29BA-5076D0D3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2DE2A-E26B-B686-F12D-6510F053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C4EB-1964-60EC-973D-940039B9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981B-3A25-BED4-5BDB-64BD924C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C0DA-C8F3-F5D3-A928-392E886C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0122-4D94-3427-BAD1-4EFE365FE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3313-D52B-1209-9DB7-DC33F502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07DE5-FBA1-4659-2410-899C6FD6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68C8-CF5E-DA6F-421D-B6457804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6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829F-3245-82EB-7763-DB2A80375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F813C-AC89-5BB6-5A8C-B2CFFFF24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11D2-9D76-9750-1577-0E415E60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E3D04-535A-9781-B56C-94C889BA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CF8BD-136E-B4AB-3B0C-F78A8E15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E467-F6D1-279A-9BFF-203EE4AD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853A-D41C-8997-F80E-481783F42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E19E3-5D05-700A-706E-3F589A3F1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8E46C-5570-B80A-6461-87B86221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ED7F6-D732-89A7-14B1-453760EC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829A6-8CE6-68AA-316B-3C74A372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1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F2E3-A655-2B53-2C05-92CAAD6A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8226-6D27-373C-5A2E-95BCB028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22814-3366-5C37-1D6A-EB593E9C8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73598-FFF0-6738-4C4D-C4538ACF6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DC2B5-EFFF-CD7D-89B9-EAEBA6880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1AC01-B068-4053-4C7A-2C7DF493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7BFA5-3484-0C11-30E5-F9A12935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1B2FE-3649-FDD2-DD8E-8B5BADF4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4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E2E6-B545-A60A-C1F8-1B55D7FE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7341F-232E-9428-6967-5D8BBEB7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4D884-A1FB-97D2-B68F-175816DA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3D85-656C-3EF3-7A8F-8157BA38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18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F1DB2-92D2-4837-729E-4D1ABFA0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75727-AD73-3FC6-D7BE-6D0DB460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6E4B2-2F69-0480-7596-C6AE796A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134C-594B-2C61-87BC-B49A0561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D79C-0642-0CE2-73A6-5D0F96A6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A29AB-7DF1-1A40-9B6A-4EB33874D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A68A8-5F72-26E6-574E-C5AEC724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05278-4718-1B2D-0FE5-6E9B5664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06D30-9A70-70F6-DFD1-716BE291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DF63-6905-50C3-C890-14C19158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081EE-BB0E-7170-E34A-CD497584B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20DED-6274-72A8-23AB-D5C2EC163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A53BE-42DD-CB33-66E1-41F47B9E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6C858-7F91-E620-4282-DD1AA9C7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88DA-49AB-FA59-A417-DBE820A5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397F-2CD0-A45E-8F04-4B029AE4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6ABE5-E0FC-EC69-C655-7B3D2151A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0E48D-3244-3BA3-40EC-3103A2CB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A4BE-2566-9BE6-E2BF-677BFB08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92F0-CA31-9C69-046C-E711AA56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A7A43-1088-99A5-14FF-2404D4550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88A3F-54A4-24CD-CBBC-31711F6BE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1DB5-6224-F3E7-D91F-2106B692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C9C9A-B236-DE21-2BAB-7851BA35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D100C-1D39-52FF-57FA-B69E89BA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8579F-B449-6470-CA5C-249F4FB7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BD20D-A7B7-D5DE-C821-698D1C866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765E8-2188-0262-68AD-EF8FFF826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A4EA3-C14F-4E3C-AC29-12BFEAE1335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D0F60-76BC-1A44-6543-0E24B7BEC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0EF62-993B-9C91-F8BF-C1DC8354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554C8-8557-48C0-B662-837BA42A6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6EF009-3023-369A-76D3-6AE5765D2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83625"/>
              </p:ext>
            </p:extLst>
          </p:nvPr>
        </p:nvGraphicFramePr>
        <p:xfrm>
          <a:off x="0" y="845574"/>
          <a:ext cx="12192000" cy="6074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633400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024403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05325940"/>
                    </a:ext>
                  </a:extLst>
                </a:gridCol>
              </a:tblGrid>
              <a:tr h="91969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Problem &amp; Related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Motivation &amp; 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Results &amp; 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17532"/>
                  </a:ext>
                </a:extLst>
              </a:tr>
              <a:tr h="5154353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Weak password hashing remains one of the biggest causes of credential leaks.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breaches expose billions of password hashes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Fast hashes (SHA-256, MD5) enable attackers to test </a:t>
                      </a:r>
                      <a:r>
                        <a:rPr lang="en-US" b="1" dirty="0"/>
                        <a:t>millions-billions of guesses per second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b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Research (PHC Final Report, OWASP, Provos &amp; </a:t>
                      </a:r>
                      <a:r>
                        <a:rPr lang="en-US" b="0" dirty="0" err="1"/>
                        <a:t>Mazieres</a:t>
                      </a:r>
                      <a:r>
                        <a:rPr lang="en-US" b="0" dirty="0"/>
                        <a:t>, Percival) shows that secure storage requires </a:t>
                      </a:r>
                      <a:r>
                        <a:rPr lang="en-US" b="1" dirty="0"/>
                        <a:t>slow, memory-based</a:t>
                      </a:r>
                      <a:r>
                        <a:rPr lang="en-US" b="0" dirty="0"/>
                        <a:t> algorithms like </a:t>
                      </a:r>
                      <a:r>
                        <a:rPr lang="en-US" b="0" dirty="0" err="1"/>
                        <a:t>bcrypt</a:t>
                      </a:r>
                      <a:r>
                        <a:rPr lang="en-US" b="0" dirty="0"/>
                        <a:t>, </a:t>
                      </a:r>
                      <a:r>
                        <a:rPr lang="en-US" b="0" dirty="0" err="1"/>
                        <a:t>scrypt</a:t>
                      </a:r>
                      <a:r>
                        <a:rPr lang="en-US" b="0" dirty="0"/>
                        <a:t>, and Argon2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Developers often choose insecure hashes simply because they “seem fast” — without understanding the security trade-offs.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Goal: </a:t>
                      </a:r>
                      <a:r>
                        <a:rPr lang="en-US" b="1" dirty="0"/>
                        <a:t>Quantify</a:t>
                      </a:r>
                      <a:r>
                        <a:rPr lang="en-US" dirty="0"/>
                        <a:t> speed, memory use, and brute-force resistance of SHA-256, </a:t>
                      </a:r>
                      <a:r>
                        <a:rPr lang="en-US" dirty="0" err="1"/>
                        <a:t>bcrypt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scrypt</a:t>
                      </a:r>
                      <a:r>
                        <a:rPr lang="en-US" dirty="0"/>
                        <a:t>, and Argon2 </a:t>
                      </a:r>
                      <a:r>
                        <a:rPr lang="en-US" b="1" dirty="0"/>
                        <a:t>on a real laptop</a:t>
                      </a:r>
                      <a:r>
                        <a:rPr lang="en-US" dirty="0"/>
                        <a:t>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System: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b="1" dirty="0"/>
                        <a:t>Benchmark module:</a:t>
                      </a:r>
                      <a:r>
                        <a:rPr lang="en-US" dirty="0"/>
                        <a:t> measures per-hash latency across cost settings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b="1" dirty="0"/>
                        <a:t>Brute-force simulator:</a:t>
                      </a:r>
                      <a:r>
                        <a:rPr lang="en-US" dirty="0"/>
                        <a:t> estimates crack time for short passwords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SHA-256:</a:t>
                      </a:r>
                      <a:r>
                        <a:rPr lang="en-US" dirty="0"/>
                        <a:t> ~0.7 microseconds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err="1"/>
                        <a:t>bcrypt</a:t>
                      </a:r>
                      <a:r>
                        <a:rPr lang="en-US" b="1" dirty="0"/>
                        <a:t> &amp; Argon2:</a:t>
                      </a:r>
                      <a:r>
                        <a:rPr lang="en-US" dirty="0"/>
                        <a:t> ~60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per hash → </a:t>
                      </a:r>
                      <a:r>
                        <a:rPr lang="en-US" b="1" dirty="0"/>
                        <a:t>~100,000× slower</a:t>
                      </a:r>
                      <a:r>
                        <a:rPr lang="en-US" dirty="0"/>
                        <a:t>, drastically increasing attacker cost.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Memory-hard algorithms (</a:t>
                      </a:r>
                      <a:r>
                        <a:rPr lang="en-US" dirty="0" err="1"/>
                        <a:t>scrypt</a:t>
                      </a:r>
                      <a:r>
                        <a:rPr lang="en-US" dirty="0"/>
                        <a:t>/Argon2) resist GPU parallelism.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/>
                        <a:t>Conclusion:</a:t>
                      </a:r>
                      <a:r>
                        <a:rPr lang="en-US" dirty="0"/>
                        <a:t> Simply switching to a slow, tunable password hash multiplies security with no change to user behavior. Developers gain a “cost knob” that future-proofs password storage against faster hardware.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5352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87ED6E-6184-79A0-4DBF-97E60F81521C}"/>
              </a:ext>
            </a:extLst>
          </p:cNvPr>
          <p:cNvSpPr txBox="1"/>
          <p:nvPr/>
        </p:nvSpPr>
        <p:spPr>
          <a:xfrm>
            <a:off x="865882" y="226142"/>
            <a:ext cx="10460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Evaluating Performance and Security Trade-offs in Modern Password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51592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222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Chung, Christian J</dc:creator>
  <cp:lastModifiedBy>Chung, Christian J</cp:lastModifiedBy>
  <cp:revision>6</cp:revision>
  <dcterms:created xsi:type="dcterms:W3CDTF">2025-12-08T18:07:49Z</dcterms:created>
  <dcterms:modified xsi:type="dcterms:W3CDTF">2025-12-09T18:41:07Z</dcterms:modified>
</cp:coreProperties>
</file>